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6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417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415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8" r:id="rId129"/>
    <p:sldId id="377" r:id="rId130"/>
    <p:sldId id="385" r:id="rId131"/>
    <p:sldId id="386" r:id="rId132"/>
    <p:sldId id="418" r:id="rId133"/>
    <p:sldId id="419" r:id="rId134"/>
    <p:sldId id="420" r:id="rId135"/>
    <p:sldId id="387" r:id="rId136"/>
    <p:sldId id="388" r:id="rId137"/>
    <p:sldId id="389" r:id="rId138"/>
    <p:sldId id="390" r:id="rId139"/>
    <p:sldId id="391" r:id="rId140"/>
    <p:sldId id="392" r:id="rId141"/>
    <p:sldId id="393" r:id="rId142"/>
    <p:sldId id="394" r:id="rId143"/>
    <p:sldId id="416" r:id="rId144"/>
    <p:sldId id="395" r:id="rId145"/>
    <p:sldId id="396" r:id="rId146"/>
    <p:sldId id="397" r:id="rId147"/>
    <p:sldId id="398" r:id="rId148"/>
    <p:sldId id="399" r:id="rId149"/>
    <p:sldId id="400" r:id="rId150"/>
    <p:sldId id="401" r:id="rId151"/>
    <p:sldId id="402" r:id="rId152"/>
    <p:sldId id="403" r:id="rId153"/>
    <p:sldId id="404" r:id="rId154"/>
    <p:sldId id="405" r:id="rId155"/>
    <p:sldId id="406" r:id="rId156"/>
    <p:sldId id="407" r:id="rId157"/>
    <p:sldId id="408" r:id="rId158"/>
    <p:sldId id="409" r:id="rId159"/>
    <p:sldId id="410" r:id="rId160"/>
    <p:sldId id="411" r:id="rId161"/>
    <p:sldId id="382" r:id="rId162"/>
    <p:sldId id="383" r:id="rId163"/>
    <p:sldId id="412" r:id="rId164"/>
    <p:sldId id="384" r:id="rId165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417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99" id="{3789D1E7-A78A-4166-B0AF-6F8C3134DEB1}">
          <p14:sldIdLst>
            <p14:sldId id="385"/>
            <p14:sldId id="386"/>
            <p14:sldId id="418"/>
            <p14:sldId id="419"/>
            <p14:sldId id="420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16"/>
            <p14:sldId id="395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2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13/08/2025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49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60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104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129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13/08/2025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13/08/2025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13/08/2025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4A333-B11A-59FF-BC89-C3CC1752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Accidental type conversions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CEF5-2BF7-29C2-FEF0-EAA4F4AF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the wrong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Double promotion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26A61-4AA6-C215-09B3-FBD9B997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BC39F41-C5C8-577E-BD1D-42F12E462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4" y="2178730"/>
            <a:ext cx="20826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math.h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sin(x[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9B685581-0B1A-A4D2-6B7F-66D710BA9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3" y="4543960"/>
            <a:ext cx="208262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3.0*x[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E91CA-E051-2D63-265B-86301225E6A5}"/>
              </a:ext>
            </a:extLst>
          </p:cNvPr>
          <p:cNvSpPr txBox="1"/>
          <p:nvPr/>
        </p:nvSpPr>
        <p:spPr>
          <a:xfrm>
            <a:off x="4918489" y="3573016"/>
            <a:ext cx="326942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x[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/>
              <a:t>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computation in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result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endParaRPr lang="LID4096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043236" y="4091357"/>
            <a:ext cx="7057527" cy="1169689"/>
            <a:chOff x="1259632" y="4377102"/>
            <a:chExt cx="7056120" cy="1169747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84697" y="4377102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CEAF0F-19B8-DAB3-6D34-6B2051124991}"/>
              </a:ext>
            </a:extLst>
          </p:cNvPr>
          <p:cNvSpPr txBox="1"/>
          <p:nvPr/>
        </p:nvSpPr>
        <p:spPr>
          <a:xfrm>
            <a:off x="2567237" y="5432006"/>
            <a:ext cx="11817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(x = 5) 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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C99, C11, C23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K&amp;R C</a:t>
            </a:r>
          </a:p>
          <a:p>
            <a:r>
              <a:rPr lang="en-US" dirty="0"/>
              <a:t>Standardization</a:t>
            </a:r>
          </a:p>
          <a:p>
            <a:pPr lvl="1"/>
            <a:r>
              <a:rPr lang="en-US" dirty="0"/>
              <a:t>ANSI C standard in 1989: ANSI C or C89</a:t>
            </a:r>
          </a:p>
          <a:p>
            <a:pPr lvl="1"/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Update in 2023: C23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1457-E815-1AEF-2311-EB4E3C1FE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002BD4-A2ED-09EF-EAF2-78C132C3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ACB1F0-2F77-6598-5578-3B2400B00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 754 floating point support</a:t>
            </a:r>
          </a:p>
          <a:p>
            <a:r>
              <a:rPr lang="en-US" dirty="0"/>
              <a:t>inline functions</a:t>
            </a:r>
          </a:p>
          <a:p>
            <a:r>
              <a:rPr lang="en-US" dirty="0"/>
              <a:t>intermingled declarations &amp; code</a:t>
            </a:r>
          </a:p>
          <a:p>
            <a:r>
              <a:rPr lang="en-US" dirty="0"/>
              <a:t>Boolean &amp; complex type</a:t>
            </a:r>
          </a:p>
          <a:p>
            <a:r>
              <a:rPr lang="en-US" dirty="0"/>
              <a:t>variable length arrays</a:t>
            </a:r>
          </a:p>
          <a:p>
            <a:r>
              <a:rPr lang="en-US" dirty="0"/>
              <a:t>flexible arrays members</a:t>
            </a:r>
          </a:p>
          <a:p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r>
              <a:rPr lang="en-US" dirty="0"/>
              <a:t>restrict keyword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30F47-7553-3E50-076F-CCF90942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52C2A2-BEC2-64C3-A0D1-890402557D7A}"/>
              </a:ext>
            </a:extLst>
          </p:cNvPr>
          <p:cNvSpPr txBox="1"/>
          <p:nvPr/>
        </p:nvSpPr>
        <p:spPr>
          <a:xfrm>
            <a:off x="5293977" y="4207790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272300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538C-A592-390B-0061-0C83946F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64DA79-CEA3-C1FC-E19D-472D32EE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C11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35BB87-3AA2-092D-7FB0-6B45D15F8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variable length arrays are optional feature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_Generic</a:t>
            </a:r>
            <a:r>
              <a:rPr lang="en-US" dirty="0"/>
              <a:t>: type-based statement selection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E4F1E-843F-0006-BC64-497F6C9F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F3EC7-DB31-375D-4850-080104CB8D0B}"/>
              </a:ext>
            </a:extLst>
          </p:cNvPr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356079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9E2B-AA6D-5D53-2D0E-B7AE3AB03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1CA8-DF38-6F3A-966A-E36A4D32A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New mathematical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sin(pi*x)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exp10</a:t>
            </a:r>
            <a:r>
              <a:rPr lang="en-US" dirty="0"/>
              <a:t> et al.</a:t>
            </a:r>
          </a:p>
          <a:p>
            <a:r>
              <a:rPr lang="en-US" dirty="0"/>
              <a:t>Checked integer </a:t>
            </a:r>
            <a:r>
              <a:rPr lang="en-US" dirty="0" err="1"/>
              <a:t>artithmetic</a:t>
            </a:r>
            <a:r>
              <a:rPr lang="en-US" dirty="0"/>
              <a:t>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stdckdint.h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ckd_add</a:t>
            </a:r>
            <a:r>
              <a:rPr lang="en-US" dirty="0"/>
              <a:t> et al.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1'000</a:t>
            </a:r>
            <a:r>
              <a:rPr lang="en-US" dirty="0"/>
              <a:t> and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1'133.023'947</a:t>
            </a:r>
            <a:r>
              <a:rPr lang="en-US" dirty="0"/>
              <a:t> supported</a:t>
            </a:r>
          </a:p>
          <a:p>
            <a:r>
              <a:rPr lang="en-US" dirty="0"/>
              <a:t>Decimal floating-point math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stdbit.h</a:t>
            </a:r>
            <a:r>
              <a:rPr lang="en-US" dirty="0"/>
              <a:t>: bit manipulation functions</a:t>
            </a:r>
          </a:p>
          <a:p>
            <a:r>
              <a:rPr lang="en-US" dirty="0" err="1"/>
              <a:t>strdup</a:t>
            </a:r>
            <a:r>
              <a:rPr lang="en-US" dirty="0"/>
              <a:t>/</a:t>
            </a:r>
            <a:r>
              <a:rPr lang="en-US" dirty="0" err="1"/>
              <a:t>strndup</a:t>
            </a:r>
            <a:r>
              <a:rPr lang="en-US" dirty="0"/>
              <a:t>: simple string duplication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265EB-8B7A-A4AE-F774-1970EF4F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AC4DE-C902-FC17-369A-52CC40003CD8}"/>
              </a:ext>
            </a:extLst>
          </p:cNvPr>
          <p:cNvSpPr txBox="1"/>
          <p:nvPr/>
        </p:nvSpPr>
        <p:spPr>
          <a:xfrm>
            <a:off x="4601209" y="2204864"/>
            <a:ext cx="216540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 precision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422941827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6084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n-US" dirty="0"/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  <a:p>
            <a:r>
              <a:rPr lang="en-US" dirty="0"/>
              <a:t>Profiling</a:t>
            </a:r>
          </a:p>
          <a:p>
            <a:r>
              <a:rPr lang="en-US" dirty="0"/>
              <a:t>Performance optimization</a:t>
            </a:r>
          </a:p>
          <a:p>
            <a:r>
              <a:rPr lang="en-US" dirty="0"/>
              <a:t>Reading/writing scientific data: HDF5</a:t>
            </a:r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</TotalTime>
  <Words>17151</Words>
  <Application>Microsoft Office PowerPoint</Application>
  <PresentationFormat>On-screen Show (4:3)</PresentationFormat>
  <Paragraphs>3494</Paragraphs>
  <Slides>164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164</vt:i4>
      </vt:variant>
    </vt:vector>
  </HeadingPairs>
  <TitlesOfParts>
    <vt:vector size="179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Vergelijking</vt:lpstr>
      <vt:lpstr>Equation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Accidental type conversions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C99, C11, C23 extensions</vt:lpstr>
      <vt:lpstr>Introduction</vt:lpstr>
      <vt:lpstr>C99</vt:lpstr>
      <vt:lpstr>C11</vt:lpstr>
      <vt:lpstr>C23</vt:lpstr>
      <vt:lpstr>IEEE 754 floating point support</vt:lpstr>
      <vt:lpstr>Inline functions</vt:lpstr>
      <vt:lpstr>Boolean type</vt:lpstr>
      <vt:lpstr>Complex type</vt:lpstr>
      <vt:lpstr>Complex numbers example</vt:lpstr>
      <vt:lpstr>Variable length arrays</vt:lpstr>
      <vt:lpstr>Flexible array members</vt:lpstr>
      <vt:lpstr>Restrict</vt:lpstr>
      <vt:lpstr>tgmath.h</vt:lpstr>
      <vt:lpstr>Miscellaneous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37</cp:revision>
  <dcterms:created xsi:type="dcterms:W3CDTF">2015-12-23T15:15:26Z</dcterms:created>
  <dcterms:modified xsi:type="dcterms:W3CDTF">2025-08-13T11:11:59Z</dcterms:modified>
</cp:coreProperties>
</file>