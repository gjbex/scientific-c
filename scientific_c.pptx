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2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415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8" r:id="rId128"/>
    <p:sldId id="377" r:id="rId129"/>
    <p:sldId id="385" r:id="rId130"/>
    <p:sldId id="386" r:id="rId131"/>
    <p:sldId id="387" r:id="rId132"/>
    <p:sldId id="388" r:id="rId133"/>
    <p:sldId id="389" r:id="rId134"/>
    <p:sldId id="390" r:id="rId135"/>
    <p:sldId id="391" r:id="rId136"/>
    <p:sldId id="392" r:id="rId137"/>
    <p:sldId id="393" r:id="rId138"/>
    <p:sldId id="394" r:id="rId139"/>
    <p:sldId id="416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382" r:id="rId158"/>
    <p:sldId id="383" r:id="rId159"/>
    <p:sldId id="412" r:id="rId160"/>
    <p:sldId id="384" r:id="rId161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99" id="{3789D1E7-A78A-4166-B0AF-6F8C3134DEB1}">
          <p14:sldIdLst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16"/>
            <p14:sldId id="395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2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13/08/2025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40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50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61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85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105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119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13/08/2025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13/08/2025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13/08/2025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/C99" TargetMode="Externa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258888" y="4191000"/>
            <a:ext cx="6842125" cy="1355725"/>
            <a:chOff x="1259632" y="4191058"/>
            <a:chExt cx="6840760" cy="1355791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9337" y="4191058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 and C11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https://github.com/gjbex/training-material/tree/master/C/C99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ANSI C standard in 1989: ANSI C or C89</a:t>
            </a:r>
          </a:p>
          <a:p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IEEE 754 floating point support</a:t>
            </a:r>
          </a:p>
          <a:p>
            <a:pPr lvl="1"/>
            <a:r>
              <a:rPr lang="en-US" dirty="0"/>
              <a:t>inline functions</a:t>
            </a:r>
          </a:p>
          <a:p>
            <a:pPr lvl="1"/>
            <a:r>
              <a:rPr lang="en-US" dirty="0"/>
              <a:t>intermingled declarations &amp; code</a:t>
            </a:r>
          </a:p>
          <a:p>
            <a:pPr lvl="1"/>
            <a:r>
              <a:rPr lang="en-US" dirty="0"/>
              <a:t>Boolean &amp; complex type</a:t>
            </a:r>
          </a:p>
          <a:p>
            <a:pPr lvl="1"/>
            <a:r>
              <a:rPr lang="en-US" dirty="0"/>
              <a:t>variable length arrays</a:t>
            </a:r>
          </a:p>
          <a:p>
            <a:pPr lvl="1"/>
            <a:r>
              <a:rPr lang="en-US" dirty="0"/>
              <a:t>flexible arrays members</a:t>
            </a:r>
          </a:p>
          <a:p>
            <a:pPr lvl="1"/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pPr lvl="1"/>
            <a:r>
              <a:rPr lang="en-US" dirty="0"/>
              <a:t>restrict keyword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variable length arrays are optional feature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6084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dirty="0"/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16943</Words>
  <Application>Microsoft Office PowerPoint</Application>
  <PresentationFormat>On-screen Show (4:3)</PresentationFormat>
  <Paragraphs>3451</Paragraphs>
  <Slides>160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160</vt:i4>
      </vt:variant>
    </vt:vector>
  </HeadingPairs>
  <TitlesOfParts>
    <vt:vector size="175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Vergelijking</vt:lpstr>
      <vt:lpstr>Equation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 and C11 extensions</vt:lpstr>
      <vt:lpstr>Introduction</vt:lpstr>
      <vt:lpstr>IEEE 754 floating point support</vt:lpstr>
      <vt:lpstr>Inline functions</vt:lpstr>
      <vt:lpstr>Boolean type</vt:lpstr>
      <vt:lpstr>Complex type</vt:lpstr>
      <vt:lpstr>Complex numbers example</vt:lpstr>
      <vt:lpstr>Variable length arrays</vt:lpstr>
      <vt:lpstr>Flexible array members</vt:lpstr>
      <vt:lpstr>Restrict</vt:lpstr>
      <vt:lpstr>tgmath.h</vt:lpstr>
      <vt:lpstr>Miscellaneous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32</cp:revision>
  <dcterms:created xsi:type="dcterms:W3CDTF">2015-12-23T15:15:26Z</dcterms:created>
  <dcterms:modified xsi:type="dcterms:W3CDTF">2025-08-13T08:00:41Z</dcterms:modified>
</cp:coreProperties>
</file>